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310" r:id="rId10"/>
    <p:sldId id="311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09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7DED7-87E9-8FFE-C42B-07F44890EE69}" v="36" dt="2026-07-14T12:42:56.737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6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Shrivastava" userId="S::ashrivastava@edunetfoundation.org::c21995ab-fa37-4cde-b5a3-dec0fb9e9a10" providerId="AD" clId="Web-{088AD18C-7811-B1E2-9ED5-57A1A5542DF6}"/>
    <pc:docChg chg="addSld delSld modSld sldOrd">
      <pc:chgData name="Aman Shrivastava" userId="S::ashrivastava@edunetfoundation.org::c21995ab-fa37-4cde-b5a3-dec0fb9e9a10" providerId="AD" clId="Web-{088AD18C-7811-B1E2-9ED5-57A1A5542DF6}" dt="2026-06-19T06:28:44.546" v="262"/>
      <pc:docMkLst>
        <pc:docMk/>
      </pc:docMkLst>
      <pc:sldChg chg="addSp delSp modSp">
        <pc:chgData name="Aman Shrivastava" userId="S::ashrivastava@edunetfoundation.org::c21995ab-fa37-4cde-b5a3-dec0fb9e9a10" providerId="AD" clId="Web-{088AD18C-7811-B1E2-9ED5-57A1A5542DF6}" dt="2026-06-19T06:24:33.481" v="246"/>
        <pc:sldMkLst>
          <pc:docMk/>
          <pc:sldMk cId="0" sldId="257"/>
        </pc:sldMkLst>
        <pc:spChg chg="add mod">
          <ac:chgData name="Aman Shrivastava" userId="S::ashrivastava@edunetfoundation.org::c21995ab-fa37-4cde-b5a3-dec0fb9e9a10" providerId="AD" clId="Web-{088AD18C-7811-B1E2-9ED5-57A1A5542DF6}" dt="2026-06-19T06:23:34.731" v="211" actId="20577"/>
          <ac:spMkLst>
            <pc:docMk/>
            <pc:sldMk cId="0" sldId="257"/>
            <ac:spMk id="3" creationId="{B0B023FA-CFEB-ACE9-8425-7E72E307CDC5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5:34.945" v="78" actId="1076"/>
        <pc:sldMkLst>
          <pc:docMk/>
          <pc:sldMk cId="0" sldId="262"/>
        </pc:sldMkLst>
        <pc:picChg chg="add mod">
          <ac:chgData name="Aman Shrivastava" userId="S::ashrivastava@edunetfoundation.org::c21995ab-fa37-4cde-b5a3-dec0fb9e9a10" providerId="AD" clId="Web-{088AD18C-7811-B1E2-9ED5-57A1A5542DF6}" dt="2026-06-19T06:15:34.945" v="78" actId="1076"/>
          <ac:picMkLst>
            <pc:docMk/>
            <pc:sldMk cId="0" sldId="262"/>
            <ac:picMk id="3" creationId="{81932CE2-F219-0CA8-0102-55B8C682B8A2}"/>
          </ac:picMkLst>
        </pc:picChg>
      </pc:sldChg>
      <pc:sldChg chg="addSp delSp modSp">
        <pc:chgData name="Aman Shrivastava" userId="S::ashrivastava@edunetfoundation.org::c21995ab-fa37-4cde-b5a3-dec0fb9e9a10" providerId="AD" clId="Web-{088AD18C-7811-B1E2-9ED5-57A1A5542DF6}" dt="2026-06-19T06:25:36.169" v="257" actId="20577"/>
        <pc:sldMkLst>
          <pc:docMk/>
          <pc:sldMk cId="2115484872" sldId="277"/>
        </pc:sldMkLst>
        <pc:spChg chg="add mod">
          <ac:chgData name="Aman Shrivastava" userId="S::ashrivastava@edunetfoundation.org::c21995ab-fa37-4cde-b5a3-dec0fb9e9a10" providerId="AD" clId="Web-{088AD18C-7811-B1E2-9ED5-57A1A5542DF6}" dt="2026-06-19T06:25:32.075" v="255" actId="20577"/>
          <ac:spMkLst>
            <pc:docMk/>
            <pc:sldMk cId="2115484872" sldId="277"/>
            <ac:spMk id="14" creationId="{7B8E599E-5B1D-59CD-4F1D-CEF8D0CA327B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6:25:36.169" v="257" actId="20577"/>
          <ac:spMkLst>
            <pc:docMk/>
            <pc:sldMk cId="2115484872" sldId="277"/>
            <ac:spMk id="15" creationId="{B22EA981-5113-2D05-C1A2-169306E1D47C}"/>
          </ac:spMkLst>
        </pc:spChg>
        <pc:picChg chg="add mod">
          <ac:chgData name="Aman Shrivastava" userId="S::ashrivastava@edunetfoundation.org::c21995ab-fa37-4cde-b5a3-dec0fb9e9a10" providerId="AD" clId="Web-{088AD18C-7811-B1E2-9ED5-57A1A5542DF6}" dt="2026-06-19T06:25:26.403" v="253" actId="1076"/>
          <ac:picMkLst>
            <pc:docMk/>
            <pc:sldMk cId="2115484872" sldId="277"/>
            <ac:picMk id="12" creationId="{3E29AF1D-88C4-87E5-74DF-4E97121E06CE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25:26.403" v="254" actId="1076"/>
          <ac:picMkLst>
            <pc:docMk/>
            <pc:sldMk cId="2115484872" sldId="277"/>
            <ac:picMk id="13" creationId="{C81444F5-0692-DD67-1759-70821E53B029}"/>
          </ac:picMkLst>
        </pc:picChg>
      </pc:sldChg>
      <pc:sldChg chg="addSp delSp modSp add del ord">
        <pc:chgData name="Aman Shrivastava" userId="S::ashrivastava@edunetfoundation.org::c21995ab-fa37-4cde-b5a3-dec0fb9e9a10" providerId="AD" clId="Web-{088AD18C-7811-B1E2-9ED5-57A1A5542DF6}" dt="2026-06-19T06:28:44.546" v="262"/>
        <pc:sldMkLst>
          <pc:docMk/>
          <pc:sldMk cId="3764405840" sldId="278"/>
        </pc:sldMkLst>
        <pc:spChg chg="add del mod">
          <ac:chgData name="Aman Shrivastava" userId="S::ashrivastava@edunetfoundation.org::c21995ab-fa37-4cde-b5a3-dec0fb9e9a10" providerId="AD" clId="Web-{088AD18C-7811-B1E2-9ED5-57A1A5542DF6}" dt="2026-06-19T06:06:19.065" v="68" actId="20577"/>
          <ac:spMkLst>
            <pc:docMk/>
            <pc:sldMk cId="3764405840" sldId="278"/>
            <ac:spMk id="2" creationId="{151FBD4A-3273-E454-091D-D5B0678FC299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1:15.349" v="75" actId="1076"/>
        <pc:sldMkLst>
          <pc:docMk/>
          <pc:sldMk cId="2772501912" sldId="279"/>
        </pc:sldMkLst>
        <pc:picChg chg="add mod">
          <ac:chgData name="Aman Shrivastava" userId="S::ashrivastava@edunetfoundation.org::c21995ab-fa37-4cde-b5a3-dec0fb9e9a10" providerId="AD" clId="Web-{088AD18C-7811-B1E2-9ED5-57A1A5542DF6}" dt="2026-06-19T06:11:15.349" v="75" actId="1076"/>
          <ac:picMkLst>
            <pc:docMk/>
            <pc:sldMk cId="2772501912" sldId="279"/>
            <ac:picMk id="4" creationId="{C597681A-DF93-B190-DD21-CBAEDA4E3CBF}"/>
          </ac:picMkLst>
        </pc:picChg>
      </pc:sldChg>
      <pc:sldChg chg="addSp delSp ord">
        <pc:chgData name="Aman Shrivastava" userId="S::ashrivastava@edunetfoundation.org::c21995ab-fa37-4cde-b5a3-dec0fb9e9a10" providerId="AD" clId="Web-{088AD18C-7811-B1E2-9ED5-57A1A5542DF6}" dt="2026-06-19T06:27:30.076" v="259"/>
        <pc:sldMkLst>
          <pc:docMk/>
          <pc:sldMk cId="2605851928" sldId="287"/>
        </pc:sldMkLst>
      </pc:sldChg>
      <pc:sldChg chg="addSp delSp modSp new">
        <pc:chgData name="Aman Shrivastava" userId="S::ashrivastava@edunetfoundation.org::c21995ab-fa37-4cde-b5a3-dec0fb9e9a10" providerId="AD" clId="Web-{088AD18C-7811-B1E2-9ED5-57A1A5542DF6}" dt="2026-06-19T05:49:31.148" v="36" actId="20577"/>
        <pc:sldMkLst>
          <pc:docMk/>
          <pc:sldMk cId="1229047658" sldId="288"/>
        </pc:sldMkLst>
        <pc:spChg chg="add mod">
          <ac:chgData name="Aman Shrivastava" userId="S::ashrivastava@edunetfoundation.org::c21995ab-fa37-4cde-b5a3-dec0fb9e9a10" providerId="AD" clId="Web-{088AD18C-7811-B1E2-9ED5-57A1A5542DF6}" dt="2026-06-19T05:49:31.148" v="36" actId="20577"/>
          <ac:spMkLst>
            <pc:docMk/>
            <pc:sldMk cId="1229047658" sldId="288"/>
            <ac:spMk id="6" creationId="{3F1C7BCA-5DD7-F4D3-A937-D1C56976DA01}"/>
          </ac:spMkLst>
        </pc:spChg>
      </pc:sldChg>
    </pc:docChg>
  </pc:docChgLst>
  <pc:docChgLst>
    <pc:chgData name="Aman Shrivastava" userId="S::ashrivastava@edunetfoundation.org::c21995ab-fa37-4cde-b5a3-dec0fb9e9a10" providerId="AD" clId="Web-{E27D249D-B118-0810-7731-E1B1C378D9D3}"/>
    <pc:docChg chg="modSld">
      <pc:chgData name="Aman Shrivastava" userId="S::ashrivastava@edunetfoundation.org::c21995ab-fa37-4cde-b5a3-dec0fb9e9a10" providerId="AD" clId="Web-{E27D249D-B118-0810-7731-E1B1C378D9D3}" dt="2026-06-19T09:09:54.163" v="1" actId="20577"/>
      <pc:docMkLst>
        <pc:docMk/>
      </pc:docMkLst>
      <pc:sldChg chg="modSp">
        <pc:chgData name="Aman Shrivastava" userId="S::ashrivastava@edunetfoundation.org::c21995ab-fa37-4cde-b5a3-dec0fb9e9a10" providerId="AD" clId="Web-{E27D249D-B118-0810-7731-E1B1C378D9D3}" dt="2026-06-19T09:09:54.163" v="1" actId="20577"/>
        <pc:sldMkLst>
          <pc:docMk/>
          <pc:sldMk cId="3764405840" sldId="278"/>
        </pc:sldMkLst>
        <pc:spChg chg="mod">
          <ac:chgData name="Aman Shrivastava" userId="S::ashrivastava@edunetfoundation.org::c21995ab-fa37-4cde-b5a3-dec0fb9e9a10" providerId="AD" clId="Web-{E27D249D-B118-0810-7731-E1B1C378D9D3}" dt="2026-06-19T09:09:54.163" v="1" actId="20577"/>
          <ac:spMkLst>
            <pc:docMk/>
            <pc:sldMk cId="3764405840" sldId="278"/>
            <ac:spMk id="3" creationId="{4A7608B5-9906-EFCF-959A-E89FC2E3EE19}"/>
          </ac:spMkLst>
        </pc:spChg>
      </pc:sldChg>
    </pc:docChg>
  </pc:docChgLst>
  <pc:docChgLst>
    <pc:chgData name="Bhupesh Vyankat Ther" userId="S::bvther@edunetfoundation.org::3dcf1697-dd97-45f9-859f-b5bba4487417" providerId="AD" clId="Web-{9DDCDCB8-E336-06C9-9BC1-C212CD122CD0}"/>
    <pc:docChg chg="modSld">
      <pc:chgData name="Bhupesh Vyankat Ther" userId="S::bvther@edunetfoundation.org::3dcf1697-dd97-45f9-859f-b5bba4487417" providerId="AD" clId="Web-{9DDCDCB8-E336-06C9-9BC1-C212CD122CD0}" dt="2026-06-23T04:41:50.196" v="0" actId="1076"/>
      <pc:docMkLst>
        <pc:docMk/>
      </pc:docMkLst>
      <pc:sldChg chg="modSp">
        <pc:chgData name="Bhupesh Vyankat Ther" userId="S::bvther@edunetfoundation.org::3dcf1697-dd97-45f9-859f-b5bba4487417" providerId="AD" clId="Web-{9DDCDCB8-E336-06C9-9BC1-C212CD122CD0}" dt="2026-06-23T04:41:50.196" v="0" actId="1076"/>
        <pc:sldMkLst>
          <pc:docMk/>
          <pc:sldMk cId="1229047658" sldId="288"/>
        </pc:sldMkLst>
        <pc:picChg chg="mod">
          <ac:chgData name="Bhupesh Vyankat Ther" userId="S::bvther@edunetfoundation.org::3dcf1697-dd97-45f9-859f-b5bba4487417" providerId="AD" clId="Web-{9DDCDCB8-E336-06C9-9BC1-C212CD122CD0}" dt="2026-06-23T04:41:50.196" v="0" actId="1076"/>
          <ac:picMkLst>
            <pc:docMk/>
            <pc:sldMk cId="1229047658" sldId="288"/>
            <ac:picMk id="4" creationId="{A037CFD0-B7FF-D9BE-3433-88E5844EF332}"/>
          </ac:picMkLst>
        </pc:picChg>
      </pc:sldChg>
    </pc:docChg>
  </pc:docChgLst>
  <pc:docChgLst>
    <pc:chgData name="Aswini Kumar Motapothula" userId="S::aswinikumar@edunetfoundation.org::8849ae8d-bc89-4217-899c-9440ffcae5bb" providerId="AD" clId="Web-{5597DED7-87E9-8FFE-C42B-07F44890EE69}"/>
    <pc:docChg chg="addSld delSld">
      <pc:chgData name="Aswini Kumar Motapothula" userId="S::aswinikumar@edunetfoundation.org::8849ae8d-bc89-4217-899c-9440ffcae5bb" providerId="AD" clId="Web-{5597DED7-87E9-8FFE-C42B-07F44890EE69}" dt="2026-07-14T12:42:56.737" v="35"/>
      <pc:docMkLst>
        <pc:docMk/>
      </pc:docMkLst>
      <pc:sldChg chg="del">
        <pc:chgData name="Aswini Kumar Motapothula" userId="S::aswinikumar@edunetfoundation.org::8849ae8d-bc89-4217-899c-9440ffcae5bb" providerId="AD" clId="Web-{5597DED7-87E9-8FFE-C42B-07F44890EE69}" dt="2026-07-14T12:42:56.737" v="35"/>
        <pc:sldMkLst>
          <pc:docMk/>
          <pc:sldMk cId="0" sldId="25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9"/>
        <pc:sldMkLst>
          <pc:docMk/>
          <pc:sldMk cId="0" sldId="26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8"/>
        <pc:sldMkLst>
          <pc:docMk/>
          <pc:sldMk cId="0" sldId="264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1"/>
        <pc:sldMkLst>
          <pc:docMk/>
          <pc:sldMk cId="0" sldId="27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7"/>
        <pc:sldMkLst>
          <pc:docMk/>
          <pc:sldMk cId="2115484872" sldId="27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2"/>
        <pc:sldMkLst>
          <pc:docMk/>
          <pc:sldMk cId="3764405840" sldId="27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0"/>
        <pc:sldMkLst>
          <pc:docMk/>
          <pc:sldMk cId="2772501912" sldId="279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4"/>
        <pc:sldMkLst>
          <pc:docMk/>
          <pc:sldMk cId="2136706720" sldId="280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1"/>
        <pc:sldMkLst>
          <pc:docMk/>
          <pc:sldMk cId="328526394" sldId="281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4"/>
        <pc:sldMkLst>
          <pc:docMk/>
          <pc:sldMk cId="2952584201" sldId="28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42.455" v="20"/>
        <pc:sldMkLst>
          <pc:docMk/>
          <pc:sldMk cId="957564641" sldId="283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3"/>
        <pc:sldMkLst>
          <pc:docMk/>
          <pc:sldMk cId="2290294991" sldId="285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6"/>
        <pc:sldMkLst>
          <pc:docMk/>
          <pc:sldMk cId="917964102" sldId="28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5"/>
        <pc:sldMkLst>
          <pc:docMk/>
          <pc:sldMk cId="2605851928" sldId="28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3"/>
        <pc:sldMkLst>
          <pc:docMk/>
          <pc:sldMk cId="1229047658" sldId="28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2"/>
        <pc:sldMkLst>
          <pc:docMk/>
          <pc:sldMk cId="2506610743" sldId="28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157" v="0"/>
        <pc:sldMkLst>
          <pc:docMk/>
          <pc:sldMk cId="3828559527" sldId="29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04" v="1"/>
        <pc:sldMkLst>
          <pc:docMk/>
          <pc:sldMk cId="952317876" sldId="29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66" v="2"/>
        <pc:sldMkLst>
          <pc:docMk/>
          <pc:sldMk cId="261653373" sldId="29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13" v="3"/>
        <pc:sldMkLst>
          <pc:docMk/>
          <pc:sldMk cId="619459906" sldId="29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60" v="4"/>
        <pc:sldMkLst>
          <pc:docMk/>
          <pc:sldMk cId="443603904" sldId="29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563" v="5"/>
        <pc:sldMkLst>
          <pc:docMk/>
          <pc:sldMk cId="3114963633" sldId="29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735" v="6"/>
        <pc:sldMkLst>
          <pc:docMk/>
          <pc:sldMk cId="1316545553" sldId="29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923" v="7"/>
        <pc:sldMkLst>
          <pc:docMk/>
          <pc:sldMk cId="232371894" sldId="29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094" v="8"/>
        <pc:sldMkLst>
          <pc:docMk/>
          <pc:sldMk cId="445195169" sldId="29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235" v="9"/>
        <pc:sldMkLst>
          <pc:docMk/>
          <pc:sldMk cId="4000696967" sldId="29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345" v="10"/>
        <pc:sldMkLst>
          <pc:docMk/>
          <pc:sldMk cId="893417001" sldId="30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548" v="11"/>
        <pc:sldMkLst>
          <pc:docMk/>
          <pc:sldMk cId="1429961814" sldId="30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704" v="12"/>
        <pc:sldMkLst>
          <pc:docMk/>
          <pc:sldMk cId="3585092305" sldId="30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876" v="13"/>
        <pc:sldMkLst>
          <pc:docMk/>
          <pc:sldMk cId="2601907186" sldId="30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38" v="14"/>
        <pc:sldMkLst>
          <pc:docMk/>
          <pc:sldMk cId="2325282270" sldId="30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70" v="15"/>
        <pc:sldMkLst>
          <pc:docMk/>
          <pc:sldMk cId="4040412275" sldId="30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016" v="16"/>
        <pc:sldMkLst>
          <pc:docMk/>
          <pc:sldMk cId="740028465" sldId="30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157" v="17"/>
        <pc:sldMkLst>
          <pc:docMk/>
          <pc:sldMk cId="2833482715" sldId="30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282" v="18"/>
        <pc:sldMkLst>
          <pc:docMk/>
          <pc:sldMk cId="4175177701" sldId="30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391" v="19"/>
        <pc:sldMkLst>
          <pc:docMk/>
          <pc:sldMk cId="1440137342" sldId="309"/>
        </pc:sldMkLst>
      </pc:sldChg>
    </pc:docChg>
  </pc:docChgLst>
  <pc:docChgLst>
    <pc:chgData name="Aswini Kumar Motapothula" userId="S::aswinikumar@edunetfoundation.org::8849ae8d-bc89-4217-899c-9440ffcae5bb" providerId="AD" clId="Web-{0037A25B-DA5D-A37C-3B36-7F0977405ABF}"/>
    <pc:docChg chg="addSld modSld">
      <pc:chgData name="Aswini Kumar Motapothula" userId="S::aswinikumar@edunetfoundation.org::8849ae8d-bc89-4217-899c-9440ffcae5bb" providerId="AD" clId="Web-{0037A25B-DA5D-A37C-3B36-7F0977405ABF}" dt="2026-06-19T05:59:39.887" v="95" actId="20577"/>
      <pc:docMkLst>
        <pc:docMk/>
      </pc:docMkLst>
      <pc:sldChg chg="addSp delSp modSp">
        <pc:chgData name="Aswini Kumar Motapothula" userId="S::aswinikumar@edunetfoundation.org::8849ae8d-bc89-4217-899c-9440ffcae5bb" providerId="AD" clId="Web-{0037A25B-DA5D-A37C-3B36-7F0977405ABF}" dt="2026-06-19T05:59:39.887" v="95" actId="20577"/>
        <pc:sldMkLst>
          <pc:docMk/>
          <pc:sldMk cId="1229047658" sldId="288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9:39.887" v="95" actId="20577"/>
          <ac:spMkLst>
            <pc:docMk/>
            <pc:sldMk cId="1229047658" sldId="288"/>
            <ac:spMk id="3" creationId="{4837D5EE-379B-FDC5-0854-8AC81D31FADF}"/>
          </ac:spMkLst>
        </pc:spChg>
      </pc:sldChg>
      <pc:sldChg chg="addSp delSp modSp new">
        <pc:chgData name="Aswini Kumar Motapothula" userId="S::aswinikumar@edunetfoundation.org::8849ae8d-bc89-4217-899c-9440ffcae5bb" providerId="AD" clId="Web-{0037A25B-DA5D-A37C-3B36-7F0977405ABF}" dt="2026-06-19T05:55:38.278" v="91" actId="1076"/>
        <pc:sldMkLst>
          <pc:docMk/>
          <pc:sldMk cId="2506610743" sldId="289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4:43.950" v="57" actId="1076"/>
          <ac:spMkLst>
            <pc:docMk/>
            <pc:sldMk cId="2506610743" sldId="289"/>
            <ac:spMk id="5" creationId="{CA8544A9-CF92-3FAF-D3EE-31DF90F7A64D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5:27.278" v="87" actId="20577"/>
          <ac:spMkLst>
            <pc:docMk/>
            <pc:sldMk cId="2506610743" sldId="289"/>
            <ac:spMk id="6" creationId="{C0D36B1A-26C2-CD55-1032-4CB5E4EDF305}"/>
          </ac:spMkLst>
        </pc:spChg>
        <pc:picChg chg="add mod modCrop">
          <ac:chgData name="Aswini Kumar Motapothula" userId="S::aswinikumar@edunetfoundation.org::8849ae8d-bc89-4217-899c-9440ffcae5bb" providerId="AD" clId="Web-{0037A25B-DA5D-A37C-3B36-7F0977405ABF}" dt="2026-06-19T05:55:38.278" v="91" actId="1076"/>
          <ac:picMkLst>
            <pc:docMk/>
            <pc:sldMk cId="2506610743" sldId="289"/>
            <ac:picMk id="4" creationId="{099C3698-991D-7A38-C456-893C84C23FC9}"/>
          </ac:picMkLst>
        </pc:picChg>
      </pc:sldChg>
    </pc:docChg>
  </pc:docChgLst>
  <pc:docChgLst>
    <pc:chgData name="Aman Shrivastava" userId="S::ashrivastava@edunetfoundation.org::c21995ab-fa37-4cde-b5a3-dec0fb9e9a10" providerId="AD" clId="Web-{A6B9108B-7598-1D50-C4AA-8A38026DAEEF}"/>
    <pc:docChg chg="modSld">
      <pc:chgData name="Aman Shrivastava" userId="S::ashrivastava@edunetfoundation.org::c21995ab-fa37-4cde-b5a3-dec0fb9e9a10" providerId="AD" clId="Web-{A6B9108B-7598-1D50-C4AA-8A38026DAEEF}" dt="2026-06-19T06:56:18.840" v="15" actId="20577"/>
      <pc:docMkLst>
        <pc:docMk/>
      </pc:docMkLst>
      <pc:sldChg chg="modSp">
        <pc:chgData name="Aman Shrivastava" userId="S::ashrivastava@edunetfoundation.org::c21995ab-fa37-4cde-b5a3-dec0fb9e9a10" providerId="AD" clId="Web-{A6B9108B-7598-1D50-C4AA-8A38026DAEEF}" dt="2026-06-19T06:56:18.840" v="15" actId="20577"/>
        <pc:sldMkLst>
          <pc:docMk/>
          <pc:sldMk cId="2605851928" sldId="287"/>
        </pc:sldMkLst>
        <pc:spChg chg="mod">
          <ac:chgData name="Aman Shrivastava" userId="S::ashrivastava@edunetfoundation.org::c21995ab-fa37-4cde-b5a3-dec0fb9e9a10" providerId="AD" clId="Web-{A6B9108B-7598-1D50-C4AA-8A38026DAEEF}" dt="2026-06-19T06:56:18.840" v="15" actId="20577"/>
          <ac:spMkLst>
            <pc:docMk/>
            <pc:sldMk cId="2605851928" sldId="287"/>
            <ac:spMk id="279" creationId="{3711AF54-94A6-B837-31EF-9A8C4ECB9AF6}"/>
          </ac:spMkLst>
        </pc:spChg>
      </pc:sldChg>
      <pc:sldChg chg="addSp delSp modSp">
        <pc:chgData name="Aman Shrivastava" userId="S::ashrivastava@edunetfoundation.org::c21995ab-fa37-4cde-b5a3-dec0fb9e9a10" providerId="AD" clId="Web-{A6B9108B-7598-1D50-C4AA-8A38026DAEEF}" dt="2026-06-19T06:56:04.356" v="13" actId="1076"/>
        <pc:sldMkLst>
          <pc:docMk/>
          <pc:sldMk cId="1229047658" sldId="288"/>
        </pc:sldMkLst>
        <pc:picChg chg="add mod">
          <ac:chgData name="Aman Shrivastava" userId="S::ashrivastava@edunetfoundation.org::c21995ab-fa37-4cde-b5a3-dec0fb9e9a10" providerId="AD" clId="Web-{A6B9108B-7598-1D50-C4AA-8A38026DAEEF}" dt="2026-06-19T06:56:04.356" v="13" actId="1076"/>
          <ac:picMkLst>
            <pc:docMk/>
            <pc:sldMk cId="1229047658" sldId="288"/>
            <ac:picMk id="4" creationId="{A037CFD0-B7FF-D9BE-3433-88E5844EF332}"/>
          </ac:picMkLst>
        </pc:picChg>
      </pc:sldChg>
      <pc:sldChg chg="addSp delSp modSp">
        <pc:chgData name="Aman Shrivastava" userId="S::ashrivastava@edunetfoundation.org::c21995ab-fa37-4cde-b5a3-dec0fb9e9a10" providerId="AD" clId="Web-{A6B9108B-7598-1D50-C4AA-8A38026DAEEF}" dt="2026-06-19T06:53:17.010" v="3"/>
        <pc:sldMkLst>
          <pc:docMk/>
          <pc:sldMk cId="2506610743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3860771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8973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=""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=""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=""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=""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=""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=""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=""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=""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=""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=""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=""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=""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=""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=""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=""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8587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51806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=""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=""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=""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=""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=""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=""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=""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=""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=""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=""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=""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=""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=""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=""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=""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=""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=""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=""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=""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=""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=""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67001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smahe0719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mailto:mahendraselvan.2906@gmail.com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S2906/Mahendra-Selvan-_Learnermate_IBM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r>
              <a:rPr lang="en-US" b="1"/>
              <a:t/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249670902"/>
              </p:ext>
            </p:extLst>
          </p:nvPr>
        </p:nvGraphicFramePr>
        <p:xfrm>
          <a:off x="528810" y="2600315"/>
          <a:ext cx="10741445" cy="224564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24215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65315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45547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39066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66067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43806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1" dirty="0" smtClean="0"/>
                        <a:t>S </a:t>
                      </a:r>
                      <a:r>
                        <a:rPr lang="en-IN" b="1" dirty="0" err="1" smtClean="0"/>
                        <a:t>Mahendra</a:t>
                      </a:r>
                      <a:r>
                        <a:rPr lang="en-IN" b="1" dirty="0" smtClean="0"/>
                        <a:t> </a:t>
                      </a:r>
                      <a:r>
                        <a:rPr lang="en-IN" b="1" dirty="0" err="1" smtClean="0"/>
                        <a:t>Selvan</a:t>
                      </a:r>
                      <a:endParaRPr b="1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1" dirty="0" smtClean="0"/>
                        <a:t>AICTE Mail ID </a:t>
                      </a:r>
                      <a:r>
                        <a:rPr lang="en-IN" dirty="0" smtClean="0"/>
                        <a:t>:</a:t>
                      </a:r>
                      <a:br>
                        <a:rPr lang="en-IN" dirty="0" smtClean="0"/>
                      </a:br>
                      <a:r>
                        <a:rPr lang="en-IN" sz="1400" b="1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  <a:hlinkClick r:id="rId3"/>
                        </a:rPr>
                        <a:t>smahe0719@gmail.com</a:t>
                      </a:r>
                      <a:endParaRPr lang="en-IN" sz="1400" b="1" i="0" u="none" strike="noStrike" cap="none" dirty="0" smtClean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b="1" i="0" u="none" strike="noStrike" cap="none" dirty="0" smtClean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IBM Skills Build E-mail ID :</a:t>
                      </a:r>
                      <a:br>
                        <a:rPr lang="en-IN" sz="1400" b="1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lang="en-IN" sz="1400" b="1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  <a:hlinkClick r:id="rId4"/>
                        </a:rPr>
                        <a:t>mahendraselvan.2906@gmail.com</a:t>
                      </a:r>
                      <a:endParaRPr lang="en-IN" sz="1400" b="1" i="0" u="none" strike="noStrike" cap="none" dirty="0" smtClean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/>
                      </a:r>
                      <a:br>
                        <a:rPr lang="en-IN" sz="1400" b="1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</a:br>
                      <a:endParaRPr b="1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1" dirty="0" smtClean="0"/>
                        <a:t>8105210730</a:t>
                      </a:r>
                      <a:endParaRPr b="1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759405" y="1456955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IN" sz="2400" dirty="0"/>
              <a:t>Education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690624" y="551965"/>
            <a:ext cx="10795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dirty="0" err="1" smtClean="0"/>
              <a:t>LearnMate</a:t>
            </a:r>
            <a:r>
              <a:rPr lang="en-US" sz="2400" dirty="0" smtClean="0"/>
              <a:t> </a:t>
            </a:r>
            <a:r>
              <a:rPr lang="en-US" sz="2400" dirty="0"/>
              <a:t>AI: Personalized Course Pathways using Agentic </a:t>
            </a:r>
            <a:r>
              <a:rPr lang="en-US" sz="2400" dirty="0" smtClean="0"/>
              <a:t>AI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4680" y="3441694"/>
            <a:ext cx="978337" cy="12627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9827" y="5394954"/>
            <a:ext cx="992932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3200" b="1" dirty="0"/>
              <a:t>AICTE Student ID: STU6a6b5a41b31c41785420353</a:t>
            </a:r>
            <a:endParaRPr lang="en-IN" sz="32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=""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600" b="1" dirty="0"/>
              <a:t>Problem Statement : </a:t>
            </a:r>
            <a:r>
              <a:rPr lang="en-IN" sz="1600" dirty="0" err="1"/>
              <a:t>LearnMate</a:t>
            </a:r>
            <a:r>
              <a:rPr lang="en-IN" sz="1600" dirty="0"/>
              <a:t> AI</a:t>
            </a:r>
            <a:endParaRPr lang="en-US" sz="1600" b="1" dirty="0"/>
          </a:p>
          <a:p>
            <a:pPr fontAlgn="base"/>
            <a:r>
              <a:rPr lang="en-US" sz="1600" b="1" dirty="0"/>
              <a:t>The Challenge</a:t>
            </a:r>
            <a:r>
              <a:rPr lang="en-US" sz="1600" dirty="0"/>
              <a:t> </a:t>
            </a:r>
          </a:p>
          <a:p>
            <a:pPr fontAlgn="base"/>
            <a:r>
              <a:rPr lang="en-US" sz="1600" dirty="0"/>
              <a:t>Students often follow </a:t>
            </a:r>
            <a:r>
              <a:rPr lang="en-US" sz="1600" b="1" dirty="0"/>
              <a:t>generic learning paths</a:t>
            </a:r>
            <a:r>
              <a:rPr lang="en-US" sz="1600" dirty="0"/>
              <a:t> that do not consider their existing skills, interests, career goals, or learning pace. They may struggle to identify </a:t>
            </a:r>
            <a:r>
              <a:rPr lang="en-US" sz="1600" b="1" dirty="0"/>
              <a:t>skill gaps, choose the right courses, and decide what to learn next</a:t>
            </a:r>
            <a:r>
              <a:rPr lang="en-US" sz="1600" dirty="0"/>
              <a:t>. As their progress and preferences change, static course plans fail to adapt, leading to </a:t>
            </a:r>
            <a:r>
              <a:rPr lang="en-US" sz="1600" b="1" dirty="0"/>
              <a:t>confusion, inefficient learning, and poor career alignment</a:t>
            </a:r>
            <a:r>
              <a:rPr lang="en-US" sz="1600" dirty="0" smtClean="0"/>
              <a:t>.</a:t>
            </a:r>
            <a:br>
              <a:rPr lang="en-US" sz="1600" dirty="0" smtClean="0"/>
            </a:br>
            <a:endParaRPr lang="en-US" sz="1600" dirty="0"/>
          </a:p>
          <a:p>
            <a:pPr fontAlgn="base"/>
            <a:r>
              <a:rPr lang="en-US" sz="1600" b="1" dirty="0"/>
              <a:t>The Objective</a:t>
            </a:r>
            <a:r>
              <a:rPr lang="en-US" sz="1600" dirty="0"/>
              <a:t> </a:t>
            </a:r>
            <a:r>
              <a:rPr lang="en-US" sz="1600" dirty="0" smtClean="0"/>
              <a:t/>
            </a:r>
            <a:br>
              <a:rPr lang="en-US" sz="1600" dirty="0" smtClean="0"/>
            </a:br>
            <a:endParaRPr lang="en-US" sz="1600" dirty="0"/>
          </a:p>
          <a:p>
            <a:r>
              <a:rPr lang="en-US" sz="1600" dirty="0"/>
              <a:t>Build an </a:t>
            </a:r>
            <a:r>
              <a:rPr lang="en-US" sz="1600" b="1" dirty="0"/>
              <a:t>AI-powered Personalized Course Pathway Agent</a:t>
            </a:r>
            <a:r>
              <a:rPr lang="en-US" sz="1600" dirty="0"/>
              <a:t> that understands each student's background and continuously creates and adapts their learning journey. The solution should:</a:t>
            </a:r>
          </a:p>
          <a:p>
            <a:r>
              <a:rPr lang="en-US" sz="1600" b="1" dirty="0"/>
              <a:t>Student Skill Assessment</a:t>
            </a:r>
            <a:r>
              <a:rPr lang="en-US" sz="1600" dirty="0"/>
              <a:t> – Analyze current skills, education level, interests, career goals, and skill level. </a:t>
            </a:r>
          </a:p>
          <a:p>
            <a:r>
              <a:rPr lang="en-US" sz="1600" b="1" dirty="0"/>
              <a:t>Skill Gap Detection</a:t>
            </a:r>
            <a:r>
              <a:rPr lang="en-US" sz="1600" dirty="0"/>
              <a:t> – Identify missing or weak skills required to achieve the student's target career. </a:t>
            </a:r>
          </a:p>
          <a:p>
            <a:r>
              <a:rPr lang="en-US" sz="1600" b="1" dirty="0"/>
              <a:t>Personalized Roadmap</a:t>
            </a:r>
            <a:r>
              <a:rPr lang="en-US" sz="1600" dirty="0"/>
              <a:t> – Generate a structured learning pathway with courses, topics, resources, and recommended timelines. </a:t>
            </a:r>
          </a:p>
          <a:p>
            <a:r>
              <a:rPr lang="en-US" sz="1600" b="1" dirty="0"/>
              <a:t>Adaptive Learning Path</a:t>
            </a:r>
            <a:r>
              <a:rPr lang="en-US" sz="1600" dirty="0"/>
              <a:t> – Dynamically modify the roadmap based on </a:t>
            </a:r>
            <a:r>
              <a:rPr lang="en-US" sz="1600" b="1" dirty="0"/>
              <a:t>student progress, difficulties, and changing preferences</a:t>
            </a:r>
            <a:r>
              <a:rPr lang="en-US" sz="1600" dirty="0"/>
              <a:t>. </a:t>
            </a:r>
          </a:p>
          <a:p>
            <a:r>
              <a:rPr lang="en-US" sz="1600" b="1" dirty="0"/>
              <a:t>Progress Tracking</a:t>
            </a:r>
            <a:r>
              <a:rPr lang="en-US" sz="1600" dirty="0"/>
              <a:t> – Track completed topics, current learning phase, remaining topics, and overall progress. </a:t>
            </a:r>
          </a:p>
          <a:p>
            <a:r>
              <a:rPr lang="en-US" sz="1600" b="1" dirty="0"/>
              <a:t>AI Mentor</a:t>
            </a:r>
            <a:r>
              <a:rPr lang="en-US" sz="1600" dirty="0"/>
              <a:t> – Provide contextual guidance, study suggestions, explanations, and motivation based on the student's roadmap and progress.</a:t>
            </a:r>
          </a:p>
          <a:p>
            <a:pPr fontAlgn="base"/>
            <a:endParaRPr lang="en-US" sz="1600" dirty="0"/>
          </a:p>
          <a:p>
            <a:endParaRPr lang="en-IN" sz="1600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Problem Statement -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=""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439885" y="1623546"/>
            <a:ext cx="1060704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Proposed Solution: </a:t>
            </a:r>
            <a:r>
              <a:rPr lang="en-IN" sz="1800" b="1" dirty="0" err="1"/>
              <a:t>LearnMate</a:t>
            </a:r>
            <a:r>
              <a:rPr lang="en-IN" sz="1800" b="1" dirty="0"/>
              <a:t> </a:t>
            </a:r>
            <a:r>
              <a:rPr lang="en-IN" sz="1800" b="1" dirty="0" smtClean="0"/>
              <a:t>AI</a:t>
            </a:r>
          </a:p>
          <a:p>
            <a:endParaRPr lang="en-IN" sz="1800" b="1" dirty="0"/>
          </a:p>
          <a:p>
            <a:r>
              <a:rPr lang="en-IN" sz="1800" b="1" dirty="0" err="1"/>
              <a:t>LearnMate</a:t>
            </a:r>
            <a:r>
              <a:rPr lang="en-IN" sz="1800" b="1" dirty="0"/>
              <a:t> AI</a:t>
            </a:r>
            <a:r>
              <a:rPr lang="en-IN" sz="1800" dirty="0"/>
              <a:t> is an </a:t>
            </a:r>
            <a:r>
              <a:rPr lang="en-IN" sz="1800" b="1" dirty="0"/>
              <a:t>AI-powered personalized learning platform</a:t>
            </a:r>
            <a:r>
              <a:rPr lang="en-IN" sz="1800" dirty="0"/>
              <a:t> built using </a:t>
            </a:r>
            <a:r>
              <a:rPr lang="en-IN" sz="1800" b="1" dirty="0"/>
              <a:t>IBM Bob, IBM watsonx.ai, and Granite 4 H Small</a:t>
            </a:r>
            <a:r>
              <a:rPr lang="en-IN" sz="1800" dirty="0"/>
              <a:t>. It </a:t>
            </a:r>
            <a:r>
              <a:rPr lang="en-IN" sz="1800" dirty="0" err="1"/>
              <a:t>analyzes</a:t>
            </a:r>
            <a:r>
              <a:rPr lang="en-IN" sz="1800" dirty="0"/>
              <a:t> a student's skills, interests, career goal, skill level, and available study time to create an adaptive learning pathway.</a:t>
            </a:r>
          </a:p>
          <a:p>
            <a:r>
              <a:rPr lang="en-IN" sz="1800" b="1" dirty="0"/>
              <a:t>Key Intelligent Components:</a:t>
            </a:r>
            <a:endParaRPr lang="en-IN" sz="1800" dirty="0"/>
          </a:p>
          <a:p>
            <a:r>
              <a:rPr lang="en-IN" sz="1800" dirty="0"/>
              <a:t>🧠 </a:t>
            </a:r>
            <a:r>
              <a:rPr lang="en-IN" sz="1800" b="1" dirty="0"/>
              <a:t>Skill Analysis Agent</a:t>
            </a:r>
            <a:r>
              <a:rPr lang="en-IN" sz="1800" dirty="0"/>
              <a:t> – </a:t>
            </a:r>
            <a:r>
              <a:rPr lang="en-IN" sz="1800" dirty="0" err="1"/>
              <a:t>Analyzes</a:t>
            </a:r>
            <a:r>
              <a:rPr lang="en-IN" sz="1800" dirty="0"/>
              <a:t> student profile and identifies current strengths and skill gaps. </a:t>
            </a:r>
          </a:p>
          <a:p>
            <a:r>
              <a:rPr lang="en-IN" sz="1800" dirty="0"/>
              <a:t>🗺️ </a:t>
            </a:r>
            <a:r>
              <a:rPr lang="en-IN" sz="1800" b="1" dirty="0"/>
              <a:t>Personalized Roadmap Agent</a:t>
            </a:r>
            <a:r>
              <a:rPr lang="en-IN" sz="1800" dirty="0"/>
              <a:t> – Generates customized learning phases, topics, resources, and timelines. </a:t>
            </a:r>
          </a:p>
          <a:p>
            <a:r>
              <a:rPr lang="en-IN" sz="1800" dirty="0"/>
              <a:t>🔄 </a:t>
            </a:r>
            <a:r>
              <a:rPr lang="en-IN" sz="1800" b="1" dirty="0"/>
              <a:t>Adaptive Learning Agent</a:t>
            </a:r>
            <a:r>
              <a:rPr lang="en-IN" sz="1800" dirty="0"/>
              <a:t> – Adjusts the roadmap based on progress, difficulties, and changing preferences. </a:t>
            </a:r>
          </a:p>
          <a:p>
            <a:r>
              <a:rPr lang="en-IN" sz="1800" dirty="0"/>
              <a:t>🤖 </a:t>
            </a:r>
            <a:r>
              <a:rPr lang="en-IN" sz="1800" b="1" dirty="0"/>
              <a:t>AI Mentor Agent</a:t>
            </a:r>
            <a:r>
              <a:rPr lang="en-IN" sz="1800" dirty="0"/>
              <a:t> – Provides contextual explanations, study guidance, recommendations, and motivation. </a:t>
            </a:r>
          </a:p>
          <a:p>
            <a:r>
              <a:rPr lang="en-IN" sz="1800" dirty="0"/>
              <a:t>📊 </a:t>
            </a:r>
            <a:r>
              <a:rPr lang="en-IN" sz="1800" b="1" dirty="0"/>
              <a:t>Progress Dashboard</a:t>
            </a:r>
            <a:r>
              <a:rPr lang="en-IN" sz="1800" dirty="0"/>
              <a:t> – Tracks completed topics, phase progress, skill development, remaining topics, and learning goals. </a:t>
            </a:r>
            <a:endParaRPr lang="en-IN" sz="1800" dirty="0" smtClean="0"/>
          </a:p>
          <a:p>
            <a:endParaRPr lang="en-IN" sz="1800" dirty="0"/>
          </a:p>
          <a:p>
            <a:r>
              <a:rPr lang="en-IN" sz="1800" b="1" dirty="0"/>
              <a:t>Technology Stack:</a:t>
            </a:r>
            <a:r>
              <a:rPr lang="en-IN" sz="1800" dirty="0"/>
              <a:t/>
            </a:r>
            <a:br>
              <a:rPr lang="en-IN" sz="1800" dirty="0"/>
            </a:br>
            <a:r>
              <a:rPr lang="en-IN" sz="1800" b="1" dirty="0"/>
              <a:t>IBM Bob → React + </a:t>
            </a:r>
            <a:r>
              <a:rPr lang="en-IN" sz="1800" b="1" dirty="0" err="1"/>
              <a:t>Vite</a:t>
            </a:r>
            <a:r>
              <a:rPr lang="en-IN" sz="1800" b="1" dirty="0"/>
              <a:t> → Node.js/Express → IBM watsonx.ai → Granite 4 H Small</a:t>
            </a:r>
            <a:endParaRPr lang="en-IN" sz="1800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Proposed Solution -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=""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dirty="0"/>
              <a:t>Technology Used</a:t>
            </a:r>
            <a:endParaRPr lang="en-IN" sz="2800" b="1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64205" y="1507091"/>
            <a:ext cx="9824936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Bob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designing and building the core AI-powered application workflow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Granite 4 H Small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skill analysis, skill-gap detection, personalized roadmap generation, adaptive recommendations, and AI Mentor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watsonx.ai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accessing and running the Granite foundation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Cloud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providing the cloud infrastructure for the AI application and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watsonx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services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 +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Vite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developing the modern, responsive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LearnMate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 frontend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Node.js + Express.js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backend services and secure communication with IBM watsonx.ai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 APIs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connecting the frontend with AI functions such as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/analyze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/roadmap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/adaptive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/mentor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Context-Based Personalization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Uses student profile, skill gaps, roadmap, and progress to provide personalized AI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=""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=""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=""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=""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=""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=""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=""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=""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766" y="791420"/>
            <a:ext cx="10058400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=""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=""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30" y="1057619"/>
            <a:ext cx="10058400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957" y="649996"/>
            <a:ext cx="10058400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754" y="740517"/>
            <a:ext cx="10058400" cy="538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136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061" y="165296"/>
            <a:ext cx="9710722" cy="646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93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=""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19" y="1118601"/>
            <a:ext cx="11614420" cy="442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Agentic AI</a:t>
            </a:r>
            <a:r>
              <a:rPr lang="en-US" sz="1600" dirty="0"/>
              <a:t> enables </a:t>
            </a:r>
            <a:r>
              <a:rPr lang="en-US" sz="1600" dirty="0" err="1"/>
              <a:t>LearnMate</a:t>
            </a:r>
            <a:r>
              <a:rPr lang="en-US" sz="1600" dirty="0"/>
              <a:t> AI to operate as an </a:t>
            </a:r>
            <a:r>
              <a:rPr lang="en-US" sz="1600" b="1" dirty="0"/>
              <a:t>intelligent, goal-oriented learning system</a:t>
            </a:r>
            <a:r>
              <a:rPr lang="en-US" sz="1600" dirty="0"/>
              <a:t> rather than a simple </a:t>
            </a:r>
            <a:r>
              <a:rPr lang="en-US" sz="1600" dirty="0" err="1"/>
              <a:t>chatbot</a:t>
            </a:r>
            <a:r>
              <a:rPr lang="en-US" sz="1600" dirty="0" smtClean="0"/>
              <a:t>.</a:t>
            </a:r>
            <a:br>
              <a:rPr lang="en-US" sz="1600" dirty="0" smtClean="0"/>
            </a:br>
            <a:r>
              <a:rPr lang="en-US" sz="1600" dirty="0" smtClean="0"/>
              <a:t/>
            </a:r>
            <a:br>
              <a:rPr lang="en-US" sz="1600" dirty="0" smtClean="0"/>
            </a:br>
            <a:endParaRPr lang="en-US" sz="1600" dirty="0"/>
          </a:p>
          <a:p>
            <a:r>
              <a:rPr lang="en-US" sz="1600" dirty="0"/>
              <a:t>• </a:t>
            </a:r>
            <a:r>
              <a:rPr lang="en-US" sz="1600" b="1" dirty="0"/>
              <a:t>Autonomous Task Execution</a:t>
            </a:r>
            <a:r>
              <a:rPr lang="en-US" sz="1600" dirty="0"/>
              <a:t> – Performs skill analysis, gap detection, roadmap generation, adaptation, and mentoring.</a:t>
            </a:r>
          </a:p>
          <a:p>
            <a:r>
              <a:rPr lang="en-US" sz="1600" dirty="0"/>
              <a:t>• </a:t>
            </a:r>
            <a:r>
              <a:rPr lang="en-US" sz="1600" b="1" dirty="0"/>
              <a:t>Context Awareness</a:t>
            </a:r>
            <a:r>
              <a:rPr lang="en-US" sz="1600" dirty="0"/>
              <a:t> – Uses student skills, interests, career goals, skill level, study time, and progress to personalize decisions.</a:t>
            </a:r>
          </a:p>
          <a:p>
            <a:r>
              <a:rPr lang="en-US" sz="1600" dirty="0"/>
              <a:t>• </a:t>
            </a:r>
            <a:r>
              <a:rPr lang="en-US" sz="1600" b="1" dirty="0"/>
              <a:t>Dynamic Adaptation</a:t>
            </a:r>
            <a:r>
              <a:rPr lang="en-US" sz="1600" dirty="0"/>
              <a:t> – Adjusts learning recommendations when students struggle or their learning needs change.</a:t>
            </a:r>
          </a:p>
          <a:p>
            <a:r>
              <a:rPr lang="en-US" sz="1600" dirty="0"/>
              <a:t>• </a:t>
            </a:r>
            <a:r>
              <a:rPr lang="en-US" sz="1600" b="1" dirty="0"/>
              <a:t>Goal-Driven Planning</a:t>
            </a:r>
            <a:r>
              <a:rPr lang="en-US" sz="1600" dirty="0"/>
              <a:t> – Continuously aligns the learning pathway with the student's target career.</a:t>
            </a:r>
          </a:p>
          <a:p>
            <a:r>
              <a:rPr lang="en-US" sz="1600" dirty="0"/>
              <a:t>• </a:t>
            </a:r>
            <a:r>
              <a:rPr lang="en-US" sz="1600" b="1" dirty="0"/>
              <a:t>Progress-Based Decisions</a:t>
            </a:r>
            <a:r>
              <a:rPr lang="en-US" sz="1600" dirty="0"/>
              <a:t> – Uses completed topics and current progress to determine what the student should learn next.</a:t>
            </a:r>
          </a:p>
          <a:p>
            <a:r>
              <a:rPr lang="en-US" sz="1600" dirty="0"/>
              <a:t>• </a:t>
            </a:r>
            <a:r>
              <a:rPr lang="en-US" sz="1600" b="1" dirty="0"/>
              <a:t>AI Mentor</a:t>
            </a:r>
            <a:r>
              <a:rPr lang="en-US" sz="1600" dirty="0"/>
              <a:t> – Provides contextual guidance, explanations, study suggestions, and motivation</a:t>
            </a:r>
            <a:r>
              <a:rPr lang="en-US" sz="1600" dirty="0" smtClean="0"/>
              <a:t>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=""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=""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Token Usage 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=""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=""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=""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7B8E599E-5B1D-59CD-4F1D-CEF8D0CA327B}"/>
              </a:ext>
            </a:extLst>
          </p:cNvPr>
          <p:cNvSpPr txBox="1"/>
          <p:nvPr/>
        </p:nvSpPr>
        <p:spPr>
          <a:xfrm>
            <a:off x="1278639" y="1718067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Before Prompt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B22EA981-5113-2D05-C1A2-169306E1D47C}"/>
              </a:ext>
            </a:extLst>
          </p:cNvPr>
          <p:cNvSpPr txBox="1"/>
          <p:nvPr/>
        </p:nvSpPr>
        <p:spPr>
          <a:xfrm>
            <a:off x="7106828" y="1722919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After the Prompt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58" r="19715" b="50542"/>
          <a:stretch/>
        </p:blipFill>
        <p:spPr>
          <a:xfrm>
            <a:off x="264404" y="2571413"/>
            <a:ext cx="5695721" cy="279828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2540905"/>
            <a:ext cx="5213044" cy="28593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 flipV="1">
            <a:off x="297455" y="2540905"/>
            <a:ext cx="5684704" cy="278024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6343650" y="2571413"/>
            <a:ext cx="5213044" cy="281083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3417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=""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=""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=""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=""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=""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74" y="714993"/>
            <a:ext cx="10058400" cy="6056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=""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=""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=""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=""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=""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170" y="873081"/>
            <a:ext cx="7952977" cy="574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=""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=""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=""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=""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=""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B55001C-8880-8B09-8704-29D3F62E7A03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11"/>
          <a:stretch/>
        </p:blipFill>
        <p:spPr>
          <a:xfrm>
            <a:off x="1218724" y="816977"/>
            <a:ext cx="8222731" cy="607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=""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656054" y="484632"/>
            <a:ext cx="7123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Novelty and Uniqueness</a:t>
            </a:r>
            <a:endParaRPr lang="en-IN" sz="2800" b="1" dirty="0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656054" y="1338863"/>
            <a:ext cx="1074783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Agentic Intelligence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Uses goal-oriented AI to perform skill analysis, planning, roadmap generation, adaptation, and mentoring.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Roadmaps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Creates personalized learning paths that align with the student's existing skills and desired career goal.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Hyper-Personalization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Considers the student's skills, interests, skill level, available study time, and learning progress.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Adaptation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Adjusts learning recommendations when students face difficulties or provide new feedback.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Progress-Driven Learning Loop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Continuously connects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assessment → roadmap → learning → progress → feedback → adaptation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Contextual AI Mentor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Provides personalized study guidance, explanations, recommendations, and motivation based on the student's learning journey.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Career-Oriented Learning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Connects individual learning activities and required skills with the student's target career.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Granite 4 H Small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Uses IBM Granite through watsonx.ai to power intelligent skill analysis, personalization, roadmap generation, and recommendations. </a:t>
            </a:r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=""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=""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=""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https://github.com/MS2906/Mahendra-Selvan-_</a:t>
            </a:r>
            <a:r>
              <a:rPr lang="en-US" sz="185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Learnermate_IBM</a:t>
            </a:r>
            <a:endParaRPr lang="en-US" sz="1850" dirty="0" smtClean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=""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=""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=""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=""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=""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>
                <a:sym typeface="Times New Roman"/>
              </a:rPr>
              <a:t>Future Scope </a:t>
            </a:r>
            <a:endParaRPr sz="28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=""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418641" y="1221715"/>
            <a:ext cx="11116019" cy="5201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1800" b="1" dirty="0" smtClean="0"/>
              <a:t>1. Integration </a:t>
            </a:r>
            <a:r>
              <a:rPr lang="en-US" sz="1800" b="1" dirty="0"/>
              <a:t>with Learning Platforms &amp; Course Libraries –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The system can be integrated with platforms such as </a:t>
            </a:r>
            <a:r>
              <a:rPr lang="en-US" sz="1800" b="1" dirty="0"/>
              <a:t>online course providers, educational repositories, and institutional LMS systems</a:t>
            </a:r>
            <a:r>
              <a:rPr lang="en-US" sz="1800" dirty="0"/>
              <a:t> to automatically recommend relevant courses, tutorials, assignments, and learning resources based on the student's skill gaps and career goals</a:t>
            </a:r>
            <a:r>
              <a:rPr lang="en-US" sz="1800" dirty="0" smtClean="0"/>
              <a:t>.</a:t>
            </a:r>
            <a:endParaRPr lang="en-US" sz="1800" dirty="0"/>
          </a:p>
          <a:p>
            <a:r>
              <a:rPr lang="en-US" sz="1800" b="1" dirty="0" smtClean="0"/>
              <a:t>2</a:t>
            </a:r>
            <a:r>
              <a:rPr lang="en-US" sz="1800" b="1" dirty="0"/>
              <a:t>. Multilingual &amp; Voice-Based AI Mentor –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Future versions can introduce </a:t>
            </a:r>
            <a:r>
              <a:rPr lang="en-US" sz="1800" b="1" dirty="0"/>
              <a:t>voice interaction and multilingual support</a:t>
            </a:r>
            <a:r>
              <a:rPr lang="en-US" sz="1800" dirty="0"/>
              <a:t>, allowing students to communicate with the AI Mentor in their preferred language. This can improve accessibility and make personalized learning more inclusive.</a:t>
            </a:r>
          </a:p>
          <a:p>
            <a:r>
              <a:rPr lang="en-US" sz="1800" b="1" dirty="0"/>
              <a:t>3. Advanced Progress &amp; Performance Analytics –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The platform can analyze </a:t>
            </a:r>
            <a:r>
              <a:rPr lang="en-US" sz="1800" b="1" dirty="0"/>
              <a:t>learning speed, topic completion, assessment performance, and recurring difficulties</a:t>
            </a:r>
            <a:r>
              <a:rPr lang="en-US" sz="1800" dirty="0"/>
              <a:t> to provide deeper insights and make roadmap adaptation more accurate.</a:t>
            </a:r>
          </a:p>
          <a:p>
            <a:r>
              <a:rPr lang="en-US" sz="1800" b="1" dirty="0"/>
              <a:t>4. Automated Skill Assessment &amp; Quizzes –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 err="1"/>
              <a:t>LearnMate</a:t>
            </a:r>
            <a:r>
              <a:rPr lang="en-US" sz="1800" dirty="0"/>
              <a:t> can generate </a:t>
            </a:r>
            <a:r>
              <a:rPr lang="en-US" sz="1800" b="1" dirty="0"/>
              <a:t>AI-powered quizzes, coding challenges, and assessments</a:t>
            </a:r>
            <a:r>
              <a:rPr lang="en-US" sz="1800" dirty="0"/>
              <a:t> based on the student's current level and use the results to automatically update their skill profile and roadmap.</a:t>
            </a:r>
          </a:p>
          <a:p>
            <a:r>
              <a:rPr lang="en-US" sz="1800" b="1" dirty="0"/>
              <a:t>5. Career &amp; Job Market Integration –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The system can integrate </a:t>
            </a:r>
            <a:r>
              <a:rPr lang="en-US" sz="1800" b="1" dirty="0"/>
              <a:t>real-time industry skill trends and job requirements</a:t>
            </a:r>
            <a:r>
              <a:rPr lang="en-US" sz="1800" dirty="0"/>
              <a:t> to identify emerging skills and continuously align personalized learning paths with changing career opportunities.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=""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=""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=""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114531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Please  add your </a:t>
            </a:r>
            <a:r>
              <a:rPr lang="en-US" sz="2400" b="1" dirty="0" err="1"/>
              <a:t>credly</a:t>
            </a:r>
            <a:r>
              <a:rPr lang="en-US" sz="2400" b="1" dirty="0"/>
              <a:t> certificate(Getting Started with Artificial Intelligence)  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983" y="1190626"/>
            <a:ext cx="7125102" cy="537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547" y="1388010"/>
            <a:ext cx="6905625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644</Words>
  <Application>Microsoft Office PowerPoint</Application>
  <PresentationFormat>Widescreen</PresentationFormat>
  <Paragraphs>107</Paragraphs>
  <Slides>22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 Unicode MS</vt:lpstr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Microsoft account</cp:lastModifiedBy>
  <cp:revision>10</cp:revision>
  <dcterms:created xsi:type="dcterms:W3CDTF">2025-07-08T05:06:56Z</dcterms:created>
  <dcterms:modified xsi:type="dcterms:W3CDTF">2026-09-08T14:28:14Z</dcterms:modified>
</cp:coreProperties>
</file>